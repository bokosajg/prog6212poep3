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1" r:id="rId14"/>
    <p:sldId id="273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AF9BC-9FA0-8ECF-B6B3-30791AFDDCA7}" v="91" dt="2025-11-19T16:23:01.842"/>
    <p1510:client id="{238F34CD-967D-CCC9-8E37-5DDCA26A0419}" v="96" dt="2025-11-19T15:59:27.9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5700"/>
              <a:t>CMCS Part 2 → Part 3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/>
            <a:r>
              <a:rPr lang="en-US"/>
              <a:t>Overview of improvements based on lecturer feedback.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38265"/>
            <a:ext cx="4343399" cy="1401183"/>
          </a:xfrm>
        </p:spPr>
        <p:txBody>
          <a:bodyPr anchor="t">
            <a:normAutofit/>
          </a:bodyPr>
          <a:lstStyle/>
          <a:p>
            <a:r>
              <a:rPr lang="en-US" sz="2800"/>
              <a:t>Architecture Changes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540642"/>
            <a:ext cx="4343399" cy="18541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Refactored architecture to better separate Models, Views, and Controllers for easier maintenance.</a:t>
            </a:r>
          </a:p>
          <a:p>
            <a:endParaRPr lang="en-US" sz="1700"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8BC164-E230-753F-2C7E-B4EE7BA77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1064" y="0"/>
            <a:ext cx="3602935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45E84F-11B6-FC27-AE8A-9FC97A57BF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98" t="-31159" r="-14981" b="-24879"/>
          <a:stretch>
            <a:fillRect/>
          </a:stretch>
        </p:blipFill>
        <p:spPr>
          <a:xfrm>
            <a:off x="5979397" y="169703"/>
            <a:ext cx="3015821" cy="62636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41752"/>
            <a:ext cx="3293268" cy="1323439"/>
          </a:xfrm>
        </p:spPr>
        <p:txBody>
          <a:bodyPr anchor="t">
            <a:normAutofit/>
          </a:bodyPr>
          <a:lstStyle/>
          <a:p>
            <a:r>
              <a:rPr lang="en-US" sz="3500">
                <a:solidFill>
                  <a:schemeClr val="bg1"/>
                </a:solidFill>
              </a:rPr>
              <a:t>Architecture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146400"/>
            <a:ext cx="3293268" cy="2454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Introduced </a:t>
            </a:r>
            <a:r>
              <a:rPr lang="en-US" sz="1800" dirty="0" err="1">
                <a:solidFill>
                  <a:schemeClr val="bg1"/>
                </a:solidFill>
              </a:rPr>
              <a:t>ViewModels</a:t>
            </a:r>
            <a:r>
              <a:rPr lang="en-US" sz="1800" dirty="0">
                <a:solidFill>
                  <a:schemeClr val="bg1"/>
                </a:solidFill>
              </a:rPr>
              <a:t> to clean up views and improve data transfer between controllers and views.</a:t>
            </a:r>
            <a:endParaRPr lang="en-US" sz="18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8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2000" y="841376"/>
            <a:ext cx="3945732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1D0C85-DB3F-0A69-8997-11D28AFDD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449" y="2233629"/>
            <a:ext cx="3276834" cy="1297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Updated existing controllers and added new ones to better organize logic and support added system features.</a:t>
            </a:r>
            <a:endParaRPr sz="2400" dirty="0"/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337F443-BE8F-5594-D464-EEF7F6C1C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468" y="3098215"/>
            <a:ext cx="5516116" cy="1672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Implemented user role restrictions to ensure only authorized users can access </a:t>
            </a:r>
            <a:r>
              <a:rPr lang="en-US"/>
              <a:t>specific features</a:t>
            </a:r>
            <a:r>
              <a:rPr lang="en-US" dirty="0"/>
              <a:t>.</a:t>
            </a:r>
            <a:endParaRPr dirty="0"/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2AC62A73-85E5-117D-36B8-13655BC30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017" y="3766314"/>
            <a:ext cx="7250281" cy="13615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Added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Added functionality for HR to view and edit user details, including roles.</a:t>
            </a:r>
            <a:endParaRPr dirty="0"/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ADF58E-F02B-5928-B216-C45DCAE98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956" y="2735255"/>
            <a:ext cx="5318724" cy="25357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Added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Created a structured process for employees to submit claims with proper validation and tracking.</a:t>
            </a:r>
            <a:endParaRPr lang="en-US" sz="240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computer screen shot of code&#10;&#10;AI-generated content may be incorrect.">
            <a:extLst>
              <a:ext uri="{FF2B5EF4-FFF2-40B4-BE49-F238E27FC236}">
                <a16:creationId xmlns:a16="http://schemas.microsoft.com/office/drawing/2014/main" id="{8E09022E-FEB3-7F0E-1D4F-D6238927D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234" y="2640127"/>
            <a:ext cx="6541964" cy="3031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Added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Added ability for users to upload supporting documents such as receipts.</a:t>
            </a:r>
            <a:endParaRPr lang="en-US" sz="24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B9CC8ED-A66B-118B-A736-96EBFD35A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693" y="2502291"/>
            <a:ext cx="4937667" cy="34548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Added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- </a:t>
            </a:r>
            <a:r>
              <a:rPr lang="en-US" sz="2400" dirty="0"/>
              <a:t>Implemented system for HR to review, approve, or reject claims.</a:t>
            </a:r>
            <a:endParaRPr lang="en-US" sz="24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F23ED84-A542-7E7C-C679-168135C60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2769515"/>
            <a:ext cx="6229350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- </a:t>
            </a:r>
            <a:r>
              <a:rPr lang="en-US" dirty="0"/>
              <a:t>HR can now view all users and manage their details within the system.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4A8300-FD80-8D7D-3663-8DEB8C24D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296" y="3307161"/>
            <a:ext cx="5321830" cy="15038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HR can oversee claims submitted by employees and submit claims when needed.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87F735-360F-F5BF-BCE9-BFEBBC4EE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3530627"/>
            <a:ext cx="2638425" cy="1133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Document upload is integrated into the claims process to provide necessary evidence.</a:t>
            </a:r>
            <a:endParaRPr dirty="0"/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B355ED5-6E96-45F5-88FC-163F8A3C8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735" y="2645086"/>
            <a:ext cx="4342930" cy="33408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system now uses </a:t>
            </a:r>
            <a:r>
              <a:rPr lang="en-US" b="1" dirty="0">
                <a:ea typeface="+mn-lt"/>
                <a:cs typeface="+mn-lt"/>
              </a:rPr>
              <a:t>ASP.NET Identity</a:t>
            </a:r>
            <a:r>
              <a:rPr lang="en-US" dirty="0">
                <a:ea typeface="+mn-lt"/>
                <a:cs typeface="+mn-lt"/>
              </a:rPr>
              <a:t>, which provides: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Secure login &amp; registration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Password hashing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User role management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Authentication handling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This is a major improvement to security and scalability.</a:t>
            </a:r>
            <a:endParaRPr lang="en-US" dirty="0"/>
          </a:p>
          <a:p>
            <a:pPr marL="0" indent="0">
              <a:buNone/>
            </a:pPr>
            <a:endParaRPr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D5EC2B1-D8FD-A6A1-E1A9-8D521C4A7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000" y="2232850"/>
            <a:ext cx="8153399" cy="3217798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05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More fine-grained authorization ensures certain pages or actions are restricted to </a:t>
            </a:r>
            <a:r>
              <a:rPr lang="en-US" dirty="0">
                <a:ea typeface="+mn-lt"/>
                <a:cs typeface="+mn-lt"/>
              </a:rPr>
              <a:t>specific roles.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Examples: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Only HR can approve claims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Only Admin can change roles</a:t>
            </a:r>
            <a:endParaRPr lang="en-US"/>
          </a:p>
          <a:p>
            <a:endParaRPr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C7E4F8-84E3-3F67-C7D3-7CE6C2A93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39" y="5091727"/>
            <a:ext cx="8492086" cy="1151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CMCS Part 2 → Part 3 Updates</vt:lpstr>
      <vt:lpstr>Architecture Changes</vt:lpstr>
      <vt:lpstr>Architecture Changes</vt:lpstr>
      <vt:lpstr>Architecture Changes</vt:lpstr>
      <vt:lpstr>Architecture Changes</vt:lpstr>
      <vt:lpstr>Key Features Added</vt:lpstr>
      <vt:lpstr>Key Features Added</vt:lpstr>
      <vt:lpstr>Key Features Added</vt:lpstr>
      <vt:lpstr>Key Features Added</vt:lpstr>
      <vt:lpstr>HR Module</vt:lpstr>
      <vt:lpstr>HR Module</vt:lpstr>
      <vt:lpstr>Claims Workflow</vt:lpstr>
      <vt:lpstr>Security Updates</vt:lpstr>
      <vt:lpstr>PowerPoint Presentation</vt:lpstr>
      <vt:lpstr>Security Updates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122</cp:revision>
  <dcterms:created xsi:type="dcterms:W3CDTF">2013-01-27T09:14:16Z</dcterms:created>
  <dcterms:modified xsi:type="dcterms:W3CDTF">2025-11-19T16:23:41Z</dcterms:modified>
  <cp:category/>
</cp:coreProperties>
</file>